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9144000" cy="5143500" type="screen16x9"/>
  <p:notesSz cx="6858000" cy="9144000"/>
  <p:embeddedFontLst>
    <p:embeddedFont>
      <p:font typeface="Pretendard Medium" panose="02000603000000020004" pitchFamily="2" charset="-127"/>
      <p:regular r:id="rId15"/>
    </p:embeddedFont>
    <p:embeddedFont>
      <p:font typeface="맑은 고딕" panose="020B0503020000020004" pitchFamily="50" charset="-127"/>
      <p:regular r:id="rId16"/>
      <p:bold r:id="rId17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016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50" d="100"/>
          <a:sy n="150" d="100"/>
        </p:scale>
        <p:origin x="228" y="-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69BB3-C9C7-41FF-80F5-B1211869BB49}" type="datetimeFigureOut">
              <a:rPr lang="ko-KR" altLang="en-US" smtClean="0"/>
              <a:t>2025-02-20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29C02-8F35-4305-A44D-E6CF240EEC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2386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69BB3-C9C7-41FF-80F5-B1211869BB49}" type="datetimeFigureOut">
              <a:rPr lang="ko-KR" altLang="en-US" smtClean="0"/>
              <a:t>2025-02-20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29C02-8F35-4305-A44D-E6CF240EEC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5590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69BB3-C9C7-41FF-80F5-B1211869BB49}" type="datetimeFigureOut">
              <a:rPr lang="ko-KR" altLang="en-US" smtClean="0"/>
              <a:t>2025-02-20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29C02-8F35-4305-A44D-E6CF240EEC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0167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69BB3-C9C7-41FF-80F5-B1211869BB49}" type="datetimeFigureOut">
              <a:rPr lang="ko-KR" altLang="en-US" smtClean="0"/>
              <a:t>2025-02-20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29C02-8F35-4305-A44D-E6CF240EEC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9974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69BB3-C9C7-41FF-80F5-B1211869BB49}" type="datetimeFigureOut">
              <a:rPr lang="ko-KR" altLang="en-US" smtClean="0"/>
              <a:t>2025-02-20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29C02-8F35-4305-A44D-E6CF240EEC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1995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69BB3-C9C7-41FF-80F5-B1211869BB49}" type="datetimeFigureOut">
              <a:rPr lang="ko-KR" altLang="en-US" smtClean="0"/>
              <a:t>2025-02-20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29C02-8F35-4305-A44D-E6CF240EEC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1370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69BB3-C9C7-41FF-80F5-B1211869BB49}" type="datetimeFigureOut">
              <a:rPr lang="ko-KR" altLang="en-US" smtClean="0"/>
              <a:t>2025-02-20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29C02-8F35-4305-A44D-E6CF240EEC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9605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69BB3-C9C7-41FF-80F5-B1211869BB49}" type="datetimeFigureOut">
              <a:rPr lang="ko-KR" altLang="en-US" smtClean="0"/>
              <a:t>2025-02-20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29C02-8F35-4305-A44D-E6CF240EEC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4329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69BB3-C9C7-41FF-80F5-B1211869BB49}" type="datetimeFigureOut">
              <a:rPr lang="ko-KR" altLang="en-US" smtClean="0"/>
              <a:t>2025-02-20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29C02-8F35-4305-A44D-E6CF240EEC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4059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69BB3-C9C7-41FF-80F5-B1211869BB49}" type="datetimeFigureOut">
              <a:rPr lang="ko-KR" altLang="en-US" smtClean="0"/>
              <a:t>2025-02-20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29C02-8F35-4305-A44D-E6CF240EEC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574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69BB3-C9C7-41FF-80F5-B1211869BB49}" type="datetimeFigureOut">
              <a:rPr lang="ko-KR" altLang="en-US" smtClean="0"/>
              <a:t>2025-02-20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29C02-8F35-4305-A44D-E6CF240EEC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2451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F69BB3-C9C7-41FF-80F5-B1211869BB49}" type="datetimeFigureOut">
              <a:rPr lang="ko-KR" altLang="en-US" smtClean="0"/>
              <a:t>2025-02-20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E29C02-8F35-4305-A44D-E6CF240EEC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3773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60040" y="592595"/>
            <a:ext cx="7772400" cy="1979155"/>
          </a:xfrm>
        </p:spPr>
        <p:txBody>
          <a:bodyPr>
            <a:noAutofit/>
          </a:bodyPr>
          <a:lstStyle/>
          <a:p>
            <a:pPr algn="l"/>
            <a:r>
              <a:rPr lang="ko-KR" altLang="en-US" sz="3200" b="1" dirty="0" err="1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앱인벤터</a:t>
            </a:r>
            <a:r>
              <a:rPr lang="ko-KR" altLang="en-US" sz="3200" b="1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</a:t>
            </a:r>
            <a:r>
              <a:rPr lang="ko-KR" altLang="en-US" sz="3200" b="1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프로젝트</a:t>
            </a:r>
            <a:r>
              <a:rPr lang="en-US" altLang="ko-KR" sz="3200" b="1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/>
            </a:r>
            <a:br>
              <a:rPr lang="en-US" altLang="ko-KR" sz="3200" b="1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</a:br>
            <a:r>
              <a:rPr lang="ko-KR" altLang="en-US" sz="3200" b="1" dirty="0" smtClean="0">
                <a:solidFill>
                  <a:srgbClr val="5016C3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노래 </a:t>
            </a:r>
            <a:r>
              <a:rPr lang="ko-KR" altLang="en-US" sz="3200" b="1" dirty="0" smtClean="0">
                <a:solidFill>
                  <a:srgbClr val="5016C3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맞히기</a:t>
            </a:r>
            <a:r>
              <a:rPr lang="en-US" altLang="ko-KR" sz="3200" b="1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/>
            </a:r>
            <a:br>
              <a:rPr lang="en-US" altLang="ko-KR" sz="3200" b="1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</a:br>
            <a:r>
              <a:rPr lang="ko-KR" altLang="en-US" sz="20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손형수</a:t>
            </a:r>
            <a:endParaRPr lang="ko-KR" altLang="en-US" sz="20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483768" y="9875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pic>
        <p:nvPicPr>
          <p:cNvPr id="11" name="Picture 2" descr="D:\Users\HS\Downloads\pngegg (1)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36" t="2231" r="3707" b="2454"/>
          <a:stretch/>
        </p:blipFill>
        <p:spPr bwMode="auto">
          <a:xfrm>
            <a:off x="6048814" y="699542"/>
            <a:ext cx="1835554" cy="3864112"/>
          </a:xfrm>
          <a:prstGeom prst="roundRect">
            <a:avLst>
              <a:gd name="adj" fmla="val 16571"/>
            </a:avLst>
          </a:prstGeom>
          <a:blipFill>
            <a:blip r:embed="rId3"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3210996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483768" y="9875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pic>
        <p:nvPicPr>
          <p:cNvPr id="59" name="Picture 2" descr="D:\Users\HS\Downloads\pngegg (1)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36" t="2231" r="3707" b="2454"/>
          <a:stretch/>
        </p:blipFill>
        <p:spPr bwMode="auto">
          <a:xfrm>
            <a:off x="2627784" y="699542"/>
            <a:ext cx="1835554" cy="3864112"/>
          </a:xfrm>
          <a:prstGeom prst="roundRect">
            <a:avLst>
              <a:gd name="adj" fmla="val 16571"/>
            </a:avLst>
          </a:prstGeom>
          <a:blipFill>
            <a:blip r:embed="rId3"/>
            <a:stretch>
              <a:fillRect/>
            </a:stretch>
          </a:blipFill>
        </p:spPr>
      </p:pic>
      <p:pic>
        <p:nvPicPr>
          <p:cNvPr id="60" name="Picture 2" descr="D:\Users\HS\Downloads\pngegg (1)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36" t="2231" r="3707" b="2454"/>
          <a:stretch/>
        </p:blipFill>
        <p:spPr bwMode="auto">
          <a:xfrm>
            <a:off x="4680662" y="699542"/>
            <a:ext cx="1835554" cy="3864112"/>
          </a:xfrm>
          <a:prstGeom prst="roundRect">
            <a:avLst>
              <a:gd name="adj" fmla="val 16571"/>
            </a:avLst>
          </a:prstGeom>
          <a:blipFill>
            <a:blip r:embed="rId4"/>
            <a:stretch>
              <a:fillRect/>
            </a:stretch>
          </a:blipFill>
        </p:spPr>
      </p:pic>
      <p:pic>
        <p:nvPicPr>
          <p:cNvPr id="61" name="Picture 2" descr="D:\Users\HS\Downloads\pngegg (1)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36" t="2231" r="3707" b="2454"/>
          <a:stretch/>
        </p:blipFill>
        <p:spPr bwMode="auto">
          <a:xfrm>
            <a:off x="6732240" y="699542"/>
            <a:ext cx="1835554" cy="3864112"/>
          </a:xfrm>
          <a:prstGeom prst="roundRect">
            <a:avLst>
              <a:gd name="adj" fmla="val 16571"/>
            </a:avLst>
          </a:prstGeom>
          <a:blipFill>
            <a:blip r:embed="rId5"/>
            <a:stretch>
              <a:fillRect/>
            </a:stretch>
          </a:blipFill>
        </p:spPr>
      </p:pic>
      <p:pic>
        <p:nvPicPr>
          <p:cNvPr id="21" name="Picture 2" descr="D:\Users\HS\Downloads\pngegg (1)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36" t="2231" r="3707" b="2454"/>
          <a:stretch/>
        </p:blipFill>
        <p:spPr bwMode="auto">
          <a:xfrm>
            <a:off x="6048814" y="699542"/>
            <a:ext cx="1835554" cy="3864112"/>
          </a:xfrm>
          <a:prstGeom prst="roundRect">
            <a:avLst>
              <a:gd name="adj" fmla="val 16571"/>
            </a:avLst>
          </a:prstGeom>
          <a:blipFill>
            <a:blip r:embed="rId6"/>
            <a:stretch>
              <a:fillRect/>
            </a:stretch>
          </a:blipFill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60040" y="592595"/>
            <a:ext cx="7772400" cy="1979155"/>
          </a:xfrm>
        </p:spPr>
        <p:txBody>
          <a:bodyPr>
            <a:noAutofit/>
          </a:bodyPr>
          <a:lstStyle/>
          <a:p>
            <a:pPr algn="l"/>
            <a:r>
              <a:rPr lang="ko-KR" altLang="en-US" sz="3200" b="1" dirty="0" err="1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앱인벤터</a:t>
            </a:r>
            <a:r>
              <a:rPr lang="ko-KR" altLang="en-US" sz="3200" b="1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</a:t>
            </a:r>
            <a:r>
              <a:rPr lang="ko-KR" altLang="en-US" sz="3200" b="1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프로젝트</a:t>
            </a:r>
            <a:r>
              <a:rPr lang="en-US" altLang="ko-KR" sz="3200" b="1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/>
            </a:r>
            <a:br>
              <a:rPr lang="en-US" altLang="ko-KR" sz="3200" b="1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</a:br>
            <a:r>
              <a:rPr lang="ko-KR" altLang="en-US" sz="3200" b="1" dirty="0" smtClean="0">
                <a:solidFill>
                  <a:srgbClr val="5016C3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노래 </a:t>
            </a:r>
            <a:r>
              <a:rPr lang="ko-KR" altLang="en-US" sz="3200" b="1" dirty="0" smtClean="0">
                <a:solidFill>
                  <a:srgbClr val="5016C3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맞히기</a:t>
            </a:r>
            <a:r>
              <a:rPr lang="en-US" altLang="ko-KR" sz="3200" b="1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/>
            </a:r>
            <a:br>
              <a:rPr lang="en-US" altLang="ko-KR" sz="3200" b="1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</a:br>
            <a:r>
              <a:rPr lang="ko-KR" altLang="en-US" sz="20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손형수</a:t>
            </a:r>
            <a:endParaRPr lang="ko-KR" altLang="en-US" sz="20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59293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1.60494E-6 L -0.60035 0.00216 " pathEditMode="relative" rAng="0" ptsTypes="AA">
                                      <p:cBhvr>
                                        <p:cTn id="10" dur="2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017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25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483768" y="9875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grpSp>
        <p:nvGrpSpPr>
          <p:cNvPr id="4" name="그룹 3"/>
          <p:cNvGrpSpPr/>
          <p:nvPr/>
        </p:nvGrpSpPr>
        <p:grpSpPr>
          <a:xfrm>
            <a:off x="3707904" y="71180"/>
            <a:ext cx="4635490" cy="5001141"/>
            <a:chOff x="1331640" y="79040"/>
            <a:chExt cx="4635490" cy="5001141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094"/>
            <a:stretch/>
          </p:blipFill>
          <p:spPr bwMode="auto">
            <a:xfrm>
              <a:off x="4482683" y="79040"/>
              <a:ext cx="1484447" cy="50011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9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1378"/>
            <a:stretch/>
          </p:blipFill>
          <p:spPr bwMode="auto">
            <a:xfrm>
              <a:off x="1331640" y="79040"/>
              <a:ext cx="3151043" cy="50011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12" name="Picture 2" descr="D:\Users\HS\Downloads\pngegg (1).p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36" t="2231" r="3707" b="2454"/>
          <a:stretch/>
        </p:blipFill>
        <p:spPr bwMode="auto">
          <a:xfrm>
            <a:off x="852484" y="639694"/>
            <a:ext cx="1835554" cy="3864112"/>
          </a:xfrm>
          <a:prstGeom prst="roundRect">
            <a:avLst>
              <a:gd name="adj" fmla="val 16571"/>
            </a:avLst>
          </a:prstGeom>
          <a:blipFill>
            <a:blip r:embed="rId4"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103625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483768" y="9875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grpSp>
        <p:nvGrpSpPr>
          <p:cNvPr id="2" name="그룹 1"/>
          <p:cNvGrpSpPr/>
          <p:nvPr/>
        </p:nvGrpSpPr>
        <p:grpSpPr>
          <a:xfrm>
            <a:off x="3851920" y="99361"/>
            <a:ext cx="4349994" cy="4944778"/>
            <a:chOff x="3534373" y="99361"/>
            <a:chExt cx="4349994" cy="4944778"/>
          </a:xfrm>
        </p:grpSpPr>
        <p:pic>
          <p:nvPicPr>
            <p:cNvPr id="5122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4032"/>
            <a:stretch/>
          </p:blipFill>
          <p:spPr bwMode="auto">
            <a:xfrm>
              <a:off x="3534373" y="99361"/>
              <a:ext cx="2945939" cy="49447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8092"/>
            <a:stretch/>
          </p:blipFill>
          <p:spPr bwMode="auto">
            <a:xfrm>
              <a:off x="6480312" y="99361"/>
              <a:ext cx="1404055" cy="49447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9" name="Picture 2" descr="D:\Users\HS\Downloads\pngegg (1).p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36" t="2231" r="3707" b="2454"/>
          <a:stretch/>
        </p:blipFill>
        <p:spPr bwMode="auto">
          <a:xfrm>
            <a:off x="864238" y="639694"/>
            <a:ext cx="1835554" cy="3864112"/>
          </a:xfrm>
          <a:prstGeom prst="roundRect">
            <a:avLst>
              <a:gd name="adj" fmla="val 16571"/>
            </a:avLst>
          </a:prstGeom>
          <a:blipFill>
            <a:blip r:embed="rId4"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1977174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D:\Users\HS\Downloads\pngegg (1)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36" t="2231" r="3707" b="2454"/>
          <a:stretch/>
        </p:blipFill>
        <p:spPr bwMode="auto">
          <a:xfrm>
            <a:off x="852484" y="639694"/>
            <a:ext cx="1835554" cy="3864112"/>
          </a:xfrm>
          <a:prstGeom prst="roundRect">
            <a:avLst>
              <a:gd name="adj" fmla="val 16571"/>
            </a:avLst>
          </a:prstGeom>
          <a:blipFill>
            <a:blip r:embed="rId3"/>
            <a:stretch>
              <a:fillRect/>
            </a:stretch>
          </a:blipFill>
        </p:spPr>
      </p:pic>
      <p:sp>
        <p:nvSpPr>
          <p:cNvPr id="5" name="TextBox 4"/>
          <p:cNvSpPr txBox="1"/>
          <p:nvPr/>
        </p:nvSpPr>
        <p:spPr>
          <a:xfrm>
            <a:off x="2483768" y="9875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grpSp>
        <p:nvGrpSpPr>
          <p:cNvPr id="2" name="그룹 1"/>
          <p:cNvGrpSpPr/>
          <p:nvPr/>
        </p:nvGrpSpPr>
        <p:grpSpPr>
          <a:xfrm>
            <a:off x="3779912" y="0"/>
            <a:ext cx="4412265" cy="4992658"/>
            <a:chOff x="3462485" y="71381"/>
            <a:chExt cx="4412265" cy="4992658"/>
          </a:xfrm>
        </p:grpSpPr>
        <p:pic>
          <p:nvPicPr>
            <p:cNvPr id="6" name="Picture 3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3260"/>
            <a:stretch/>
          </p:blipFill>
          <p:spPr bwMode="auto">
            <a:xfrm>
              <a:off x="3462485" y="71381"/>
              <a:ext cx="2944941" cy="49926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" name="Picture 3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712"/>
            <a:stretch/>
          </p:blipFill>
          <p:spPr bwMode="auto">
            <a:xfrm>
              <a:off x="6407426" y="71381"/>
              <a:ext cx="1467324" cy="49926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134667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483768" y="9875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grpSp>
        <p:nvGrpSpPr>
          <p:cNvPr id="2" name="그룹 1"/>
          <p:cNvGrpSpPr/>
          <p:nvPr/>
        </p:nvGrpSpPr>
        <p:grpSpPr>
          <a:xfrm>
            <a:off x="3920592" y="76641"/>
            <a:ext cx="4467832" cy="4990218"/>
            <a:chOff x="3421900" y="76640"/>
            <a:chExt cx="4467832" cy="4990218"/>
          </a:xfrm>
        </p:grpSpPr>
        <p:pic>
          <p:nvPicPr>
            <p:cNvPr id="7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2621"/>
            <a:stretch/>
          </p:blipFill>
          <p:spPr bwMode="auto">
            <a:xfrm>
              <a:off x="3421900" y="76640"/>
              <a:ext cx="2985250" cy="49902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470"/>
            <a:stretch/>
          </p:blipFill>
          <p:spPr bwMode="auto">
            <a:xfrm>
              <a:off x="6407150" y="76641"/>
              <a:ext cx="1482582" cy="49902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9" name="Picture 2" descr="D:\Users\HS\Downloads\pngegg (1).p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36" t="2231" r="3707" b="2454"/>
          <a:stretch/>
        </p:blipFill>
        <p:spPr bwMode="auto">
          <a:xfrm>
            <a:off x="864238" y="639694"/>
            <a:ext cx="1835554" cy="3864112"/>
          </a:xfrm>
          <a:prstGeom prst="roundRect">
            <a:avLst>
              <a:gd name="adj" fmla="val 16571"/>
            </a:avLst>
          </a:prstGeom>
          <a:blipFill>
            <a:blip r:embed="rId4"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1420692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483768" y="9875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pic>
        <p:nvPicPr>
          <p:cNvPr id="8194" name="Picture 2" descr="D:\Users\HS\Downloads\전역변수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718" y="353090"/>
            <a:ext cx="3848100" cy="895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5" name="Picture 3" descr="D:\Users\HS\Downloads\전역변수2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632" y="1380396"/>
            <a:ext cx="1995867" cy="3333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오른쪽 화살표 1"/>
          <p:cNvSpPr/>
          <p:nvPr/>
        </p:nvSpPr>
        <p:spPr>
          <a:xfrm>
            <a:off x="2668500" y="3009032"/>
            <a:ext cx="766122" cy="196600"/>
          </a:xfrm>
          <a:prstGeom prst="rightArrow">
            <a:avLst>
              <a:gd name="adj1" fmla="val 50000"/>
              <a:gd name="adj2" fmla="val 144369"/>
            </a:avLst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196" name="Picture 4" descr="D:\Users\HS\Downloads\전역변수3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2456582"/>
            <a:ext cx="4845050" cy="110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0818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483768" y="9875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pic>
        <p:nvPicPr>
          <p:cNvPr id="9218" name="Picture 2" descr="D:\Users\HS\Downloads\초기화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1115" y="1502668"/>
            <a:ext cx="5701771" cy="2138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0818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483768" y="9875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pic>
        <p:nvPicPr>
          <p:cNvPr id="10242" name="Picture 2" descr="D:\Users\HS\Downloads\시작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200" y="2051174"/>
            <a:ext cx="3717592" cy="1041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3" name="Picture 3" descr="D:\Users\HS\Downloads\게임완료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9032" y="1823623"/>
            <a:ext cx="4570676" cy="1496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0818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483768" y="9875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pic>
        <p:nvPicPr>
          <p:cNvPr id="11266" name="Picture 2" descr="D:\Users\HS\Downloads\노래뽑기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555527"/>
            <a:ext cx="4896544" cy="4032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7" name="Picture 3" descr="D:\Users\HS\Downloads\맞히기 화면 세팅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611" y="768770"/>
            <a:ext cx="4155564" cy="3605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1167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483768" y="9875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pic>
        <p:nvPicPr>
          <p:cNvPr id="12290" name="Picture 2" descr="D:\Users\HS\Downloads\정답입력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20" y="1936750"/>
            <a:ext cx="3708400" cy="127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1" name="Picture 3" descr="D:\Users\HS\Downloads\정답화면세팅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3677" y="1444255"/>
            <a:ext cx="5230323" cy="2254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7127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483768" y="9875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pic>
        <p:nvPicPr>
          <p:cNvPr id="13314" name="Picture 2" descr="D:\Users\HS\Downloads\노래맞히기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029" y="412825"/>
            <a:ext cx="7491943" cy="431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5144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483768" y="9875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pic>
        <p:nvPicPr>
          <p:cNvPr id="14338" name="Picture 2" descr="D:\Users\HS\Downloads\초기화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6078" y="972790"/>
            <a:ext cx="6231844" cy="3197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8811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4</Words>
  <Application>Microsoft Office PowerPoint</Application>
  <PresentationFormat>화면 슬라이드 쇼(16:9)</PresentationFormat>
  <Paragraphs>2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굴림</vt:lpstr>
      <vt:lpstr>Arial</vt:lpstr>
      <vt:lpstr>Pretendard Medium</vt:lpstr>
      <vt:lpstr>맑은 고딕</vt:lpstr>
      <vt:lpstr>Office 테마</vt:lpstr>
      <vt:lpstr>앱인벤터 프로젝트 노래 맞히기 손형수</vt:lpstr>
      <vt:lpstr>앱인벤터 프로젝트 노래 맞히기 손형수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앱인벤터 프로젝트</dc:title>
  <dc:creator>HS</dc:creator>
  <cp:lastModifiedBy>HS</cp:lastModifiedBy>
  <cp:revision>13</cp:revision>
  <dcterms:created xsi:type="dcterms:W3CDTF">2025-02-20T13:22:16Z</dcterms:created>
  <dcterms:modified xsi:type="dcterms:W3CDTF">2025-02-20T15:48:14Z</dcterms:modified>
</cp:coreProperties>
</file>