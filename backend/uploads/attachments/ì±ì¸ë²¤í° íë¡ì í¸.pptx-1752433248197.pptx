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6858000" cy="9144000"/>
  <p:embeddedFontLst>
    <p:embeddedFont>
      <p:font typeface="Pretendard Medium" panose="02000603000000020004" pitchFamily="2" charset="-127"/>
      <p:regular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16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228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386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59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16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97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99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37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605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329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059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57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451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77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60040" y="592595"/>
            <a:ext cx="7772400" cy="1979155"/>
          </a:xfrm>
        </p:spPr>
        <p:txBody>
          <a:bodyPr>
            <a:noAutofit/>
          </a:bodyPr>
          <a:lstStyle/>
          <a:p>
            <a:pPr algn="l"/>
            <a:r>
              <a:rPr lang="ko-KR" altLang="en-US" sz="3200" b="1" dirty="0" err="1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앱인벤터</a:t>
            </a:r>
            <a:r>
              <a:rPr lang="ko-KR" altLang="en-US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프로젝트</a:t>
            </a:r>
            <a: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/>
            </a:r>
            <a:b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ko-KR" altLang="en-US" sz="3200" b="1" dirty="0" smtClean="0">
                <a:solidFill>
                  <a:srgbClr val="5016C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노래 </a:t>
            </a:r>
            <a:r>
              <a:rPr lang="ko-KR" altLang="en-US" sz="3200" b="1" dirty="0" smtClean="0">
                <a:solidFill>
                  <a:srgbClr val="5016C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맞히기</a:t>
            </a:r>
            <a: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/>
            </a:r>
            <a:b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ko-KR" altLang="en-US" sz="20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손형수</a:t>
            </a:r>
            <a:endParaRPr lang="ko-KR" altLang="en-US" sz="2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1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6048814" y="699542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3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21099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59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2627784" y="699542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3"/>
            <a:stretch>
              <a:fillRect/>
            </a:stretch>
          </a:blipFill>
        </p:spPr>
      </p:pic>
      <p:pic>
        <p:nvPicPr>
          <p:cNvPr id="60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4680662" y="699542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4"/>
            <a:stretch>
              <a:fillRect/>
            </a:stretch>
          </a:blipFill>
        </p:spPr>
      </p:pic>
      <p:pic>
        <p:nvPicPr>
          <p:cNvPr id="61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6732240" y="699542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5"/>
            <a:stretch>
              <a:fillRect/>
            </a:stretch>
          </a:blipFill>
        </p:spPr>
      </p:pic>
      <p:pic>
        <p:nvPicPr>
          <p:cNvPr id="21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6048814" y="699542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6"/>
            <a:stretch>
              <a:fillRect/>
            </a:stretch>
          </a:blipFill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60040" y="592595"/>
            <a:ext cx="7772400" cy="1979155"/>
          </a:xfrm>
        </p:spPr>
        <p:txBody>
          <a:bodyPr>
            <a:noAutofit/>
          </a:bodyPr>
          <a:lstStyle/>
          <a:p>
            <a:pPr algn="l"/>
            <a:r>
              <a:rPr lang="ko-KR" altLang="en-US" sz="3200" b="1" dirty="0" err="1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앱인벤터</a:t>
            </a:r>
            <a:r>
              <a:rPr lang="ko-KR" altLang="en-US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프로젝트</a:t>
            </a:r>
            <a: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/>
            </a:r>
            <a:b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ko-KR" altLang="en-US" sz="3200" b="1" dirty="0" smtClean="0">
                <a:solidFill>
                  <a:srgbClr val="5016C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노래 </a:t>
            </a:r>
            <a:r>
              <a:rPr lang="ko-KR" altLang="en-US" sz="3200" b="1" dirty="0" smtClean="0">
                <a:solidFill>
                  <a:srgbClr val="5016C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맞히기</a:t>
            </a:r>
            <a: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/>
            </a:r>
            <a:b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ko-KR" altLang="en-US" sz="20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손형수</a:t>
            </a:r>
            <a:endParaRPr lang="ko-KR" altLang="en-US" sz="2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929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1.60494E-6 L -0.60035 0.00216 " pathEditMode="relative" rAng="0" ptsTypes="AA">
                                      <p:cBhvr>
                                        <p:cTn id="10" dur="2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17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2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3707904" y="71180"/>
            <a:ext cx="4635490" cy="5001141"/>
            <a:chOff x="1331640" y="79040"/>
            <a:chExt cx="4635490" cy="5001141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094"/>
            <a:stretch/>
          </p:blipFill>
          <p:spPr bwMode="auto">
            <a:xfrm>
              <a:off x="4482683" y="79040"/>
              <a:ext cx="1484447" cy="5001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378"/>
            <a:stretch/>
          </p:blipFill>
          <p:spPr bwMode="auto">
            <a:xfrm>
              <a:off x="1331640" y="79040"/>
              <a:ext cx="3151043" cy="5001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2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852484" y="639694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4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0362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3851920" y="99361"/>
            <a:ext cx="4349994" cy="4944778"/>
            <a:chOff x="3534373" y="99361"/>
            <a:chExt cx="4349994" cy="4944778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032"/>
            <a:stretch/>
          </p:blipFill>
          <p:spPr bwMode="auto">
            <a:xfrm>
              <a:off x="3534373" y="99361"/>
              <a:ext cx="2945939" cy="4944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092"/>
            <a:stretch/>
          </p:blipFill>
          <p:spPr bwMode="auto">
            <a:xfrm>
              <a:off x="6480312" y="99361"/>
              <a:ext cx="1404055" cy="4944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9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864238" y="639694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4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97717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852484" y="639694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3"/>
            <a:stretch>
              <a:fillRect/>
            </a:stretch>
          </a:blipFill>
        </p:spPr>
      </p:pic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3779912" y="0"/>
            <a:ext cx="4412265" cy="4992658"/>
            <a:chOff x="3462485" y="71381"/>
            <a:chExt cx="4412265" cy="4992658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3260"/>
            <a:stretch/>
          </p:blipFill>
          <p:spPr bwMode="auto">
            <a:xfrm>
              <a:off x="3462485" y="71381"/>
              <a:ext cx="2944941" cy="49926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12"/>
            <a:stretch/>
          </p:blipFill>
          <p:spPr bwMode="auto">
            <a:xfrm>
              <a:off x="6407426" y="71381"/>
              <a:ext cx="1467324" cy="49926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3466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3920592" y="76641"/>
            <a:ext cx="4467832" cy="4990218"/>
            <a:chOff x="3421900" y="76640"/>
            <a:chExt cx="4467832" cy="4990218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1"/>
            <a:stretch/>
          </p:blipFill>
          <p:spPr bwMode="auto">
            <a:xfrm>
              <a:off x="3421900" y="76640"/>
              <a:ext cx="2985250" cy="4990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470"/>
            <a:stretch/>
          </p:blipFill>
          <p:spPr bwMode="auto">
            <a:xfrm>
              <a:off x="6407150" y="76641"/>
              <a:ext cx="1482582" cy="4990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9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864238" y="639694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4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42069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8194" name="Picture 2" descr="D:\Users\HS\Downloads\전역변수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18" y="353090"/>
            <a:ext cx="3848100" cy="89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D:\Users\HS\Downloads\전역변수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32" y="1380396"/>
            <a:ext cx="1995867" cy="333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오른쪽 화살표 1"/>
          <p:cNvSpPr/>
          <p:nvPr/>
        </p:nvSpPr>
        <p:spPr>
          <a:xfrm>
            <a:off x="2668500" y="3009032"/>
            <a:ext cx="766122" cy="196600"/>
          </a:xfrm>
          <a:prstGeom prst="rightArrow">
            <a:avLst>
              <a:gd name="adj1" fmla="val 50000"/>
              <a:gd name="adj2" fmla="val 144369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196" name="Picture 4" descr="D:\Users\HS\Downloads\전역변수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456582"/>
            <a:ext cx="484505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81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9218" name="Picture 2" descr="D:\Users\HS\Downloads\초기화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115" y="1502668"/>
            <a:ext cx="5701771" cy="2138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81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0242" name="Picture 2" descr="D:\Users\HS\Downloads\시작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00" y="2051174"/>
            <a:ext cx="3717592" cy="104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 descr="D:\Users\HS\Downloads\게임완료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032" y="1823623"/>
            <a:ext cx="4570676" cy="149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81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1266" name="Picture 2" descr="D:\Users\HS\Downloads\노래뽑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555527"/>
            <a:ext cx="4896544" cy="403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D:\Users\HS\Downloads\맞히기 화면 세팅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611" y="768770"/>
            <a:ext cx="4155564" cy="3605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16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2290" name="Picture 2" descr="D:\Users\HS\Downloads\정답입력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0" y="1936750"/>
            <a:ext cx="3708400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D:\Users\HS\Downloads\정답화면세팅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677" y="1444255"/>
            <a:ext cx="5230323" cy="225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12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314" name="Picture 2" descr="D:\Users\HS\Downloads\노래맞히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29" y="412825"/>
            <a:ext cx="7491943" cy="431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14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4338" name="Picture 2" descr="D:\Users\HS\Downloads\초기화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078" y="972790"/>
            <a:ext cx="6231844" cy="319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81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</Words>
  <Application>Microsoft Office PowerPoint</Application>
  <PresentationFormat>화면 슬라이드 쇼(16:9)</PresentationFormat>
  <Paragraphs>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굴림</vt:lpstr>
      <vt:lpstr>Arial</vt:lpstr>
      <vt:lpstr>Pretendard Medium</vt:lpstr>
      <vt:lpstr>맑은 고딕</vt:lpstr>
      <vt:lpstr>Office 테마</vt:lpstr>
      <vt:lpstr>앱인벤터 프로젝트 노래 맞히기 손형수</vt:lpstr>
      <vt:lpstr>앱인벤터 프로젝트 노래 맞히기 손형수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앱인벤터 프로젝트</dc:title>
  <dc:creator>HS</dc:creator>
  <cp:lastModifiedBy>HS</cp:lastModifiedBy>
  <cp:revision>13</cp:revision>
  <dcterms:created xsi:type="dcterms:W3CDTF">2025-02-20T13:22:16Z</dcterms:created>
  <dcterms:modified xsi:type="dcterms:W3CDTF">2025-02-20T15:48:02Z</dcterms:modified>
</cp:coreProperties>
</file>